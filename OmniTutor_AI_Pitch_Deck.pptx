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judges. We present OmniTutor AI, a multimodal study companion unifying lectures, slides, and textbooks into personalized adaptive tutoring.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face scattered resources and scrubbing hours of videos. Generic AI lacks citations to the professor's specific lecture timeline.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OmniTutor AI combines Multimodal RAG with an autonomous Agentic Tutor to deliver verified answers and dynamic knowledge diagnostics.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leverages Gemini's native multimodal context, feeding both our citation RAG engine and autonomous diagnostic evaluator.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our live app demo, asking about backpropagation returns exact video timestamps, and taking a quiz immediately updates the student's 360-degree competency radar.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designed the system with production-grade FastAPI and lightweight frontend libraries to ensure zero setup friction and real-time response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plans include university LMS integration, real-time voice mode, and class-wide analytics for professors. Thank you!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OmniTutor AI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Autonomous Multimodal Study Companion &amp; Adaptive Tutor</a:t>
            </a:r>
            <a:br/>
            <a:r>
              <a:t>IIT Mandi Multimodal AI Hackathon 2026 | Track 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Team: [Your Team Name]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Institution: Bannari Amman Institute of Technology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Faculty Mentor: [Faculty Mentor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The Problem: The Fragmented Study Paradox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Current limitations in higher education exam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Scattered Course Modalities: Students juggle 1-hr lecture videos, 50-slide PPTs, and dense PDFs with zero unified index.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High Search Friction: 80% of study time is wasted scrubbing video timelines to find specific derivations or formula proofs.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Generic AI Hallucinations: Standard LLMs give generic answers without professor-specific grounding or video timestamps.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Static Practice: Traditional question banks cannot diagnose individual misconceptions or adapt difficulty dynamically.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The Solution: OmniTutor AI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Bridging Multimodal Ingestion, Grounded RAG &amp; Agentic Tutoring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Unified Multimodal Ingestion: Ingests MP4 video lectures, MP3 audio, and textbook/slide PDFs into a single context session.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Zero-Hallucination Source Citations: Every explanation features exact clickable timestamps [Video: MM:SS] and page numbers [Slide: #].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Agentic Adaptive Assessment: Dynamically generates quizzes with adjustable difficulty (Easy, Medium, Hard).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Knowledge Gap Doctor: Evaluates student answers, identifies root misconceptions, and prescribes 3-step remedial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System Architecture &amp; Multimodal Pipeline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End-to-end processing from raw media to interactive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Input Ingestion Layer: Raw Video Frames, Audio Waveforms, and PDF Page Parsers.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Multimodal Foundation Engine: Google Gemini 1.5 Multimodal API with 1M+ Token Context Window.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Dual Processing Core: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 • Source-Cited Multimodal RAG Engine (Exact Timestamp &amp; Page Grounding)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  • Agentic Diagnostic Engine (Adaptive MCQs &amp; Knowledge Gap Mapping)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User Presentation Layer: Modern Glassmorphism Web App &amp; Streamlit Interactive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Core Features &amp; Live Demonstration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Interactive capabilities demonstrated in our working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Realtime AI Tutor Chat: Ask questions with LaTeX formulas, step-by-step math, and clickable citation tags.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Synchronized Media &amp; Modules: Video player synchronized with extracted course concept modules.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Dynamic Adaptive Quiz: Generates custom problem sets for any topic with instant grading and explanation.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360° Competency Radar Profile: Live visual knowledge graph showing topic mastery percentages and priority focus areas.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Tech Stack &amp; Implementation Feasibility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Production-grade, lightweight and scalable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Multimodal AI Core: Google Gemini 1.5 Flash / Pro (File API &amp; Large Context Ingestion).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Backend Architecture: Python, FastAPI REST API, PyPDF, Uvicorn Daemon.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Frontend Visuals: Modern Responsive Glassmorphism UI (Tailwind CSS, Lucide Icons, Chart.js) &amp; Streamlit.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Zero Cloud Friction: Local document ingestion fallback ensures 100% uptime with or without external cloud keys.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8FAFC"/>
                </a:solidFill>
              </a:defRPr>
            </a:pPr>
            <a:r>
              <a:t>Future Scope &amp; Impact</a:t>
            </a:r>
          </a:p>
          <a:p>
            <a:pPr>
              <a:defRPr sz="1300">
                <a:solidFill>
                  <a:srgbClr val="06B6D4"/>
                </a:solidFill>
              </a:defRPr>
            </a:pPr>
            <a:r>
              <a:t>Scaling OmniTutor AI across institutions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8655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Voice-First Interactive Tutoring: Bi-directional speech conversation for hands-free problem solving.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LMS Deep Integration: Plug-and-play extensions for Canvas, Moodle, and Google Classroom.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Institutional Analytics: Providing educators with class-wide heatmaps of common student misconceptions.</a:t>
            </a:r>
          </a:p>
          <a:p>
            <a:pPr>
              <a:spcAft>
                <a:spcPts val="1200"/>
              </a:spcAft>
              <a:defRPr sz="1500">
                <a:solidFill>
                  <a:srgbClr val="F8FAFC"/>
                </a:solidFill>
              </a:defRPr>
            </a:pPr>
            <a:r>
              <a:t>• Automated Exam Predictor: Predicting student exam readiness percentiles based on continuous mastery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