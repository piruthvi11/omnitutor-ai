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AGENTIC AI HACKATHON 2026 • POWERED BY ZIRO.DIGITAL</a:t>
            </a:r>
          </a:p>
          <a:p>
            <a:pPr algn="ctr">
              <a:defRPr sz="4400" b="1">
                <a:solidFill>
                  <a:srgbClr val="F3F4F6"/>
                </a:solidFill>
              </a:defRPr>
            </a:pPr>
            <a:r>
              <a:t>TaskSync AI</a:t>
            </a:r>
          </a:p>
          <a:p>
            <a:pPr algn="ctr">
              <a:defRPr sz="1800">
                <a:solidFill>
                  <a:srgbClr val="9CA3AF"/>
                </a:solidFill>
              </a:defRPr>
            </a:pPr>
            <a:r>
              <a:t>Autonomous Meeting-to-Tasks Agent with Human Approval &amp; Step 5 Independent Verification</a:t>
            </a:r>
          </a:p>
          <a:p>
            <a:pPr algn="ctr">
              <a:defRPr sz="1200">
                <a:solidFill>
                  <a:srgbClr val="3B82F6"/>
                </a:solidFill>
              </a:defRPr>
            </a:pPr>
            <a:br/>
            <a:r>
              <a:t>──────────────────────────────────────────</a:t>
            </a:r>
          </a:p>
          <a:p>
            <a:pPr algn="ctr">
              <a:defRPr sz="1400" b="1">
                <a:solidFill>
                  <a:srgbClr val="F3F4F6"/>
                </a:solidFill>
              </a:defRPr>
            </a:pPr>
            <a:r>
              <a:t>Domain: Industry / Business &amp; Productivity AI  |  Demo Target: Trello Free Board</a:t>
            </a:r>
          </a:p>
          <a:p>
            <a:pPr algn="ctr">
              <a:defRPr sz="1500" b="1">
                <a:solidFill>
                  <a:srgbClr val="10B981"/>
                </a:solidFill>
              </a:defRPr>
            </a:pPr>
            <a:r>
              <a:t>Solo Builder: PIRUTHVI M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TASKYSYNC AI • AGENTIC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The Problem: Post-Meeting Action Item Decay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📋</a:t>
            </a:r>
            <a:br/>
            <a:br/>
            <a:r>
              <a:t>Action Items Get Lost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Critical project tasks mentioned verbally in sprint calls are easily forgotten, lacking assigned owners and clear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💭</a:t>
            </a:r>
            <a:br/>
            <a:br/>
            <a:r>
              <a:t>Tentative Idea Pollution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Speculative talk ('maybe next week we could consider X') frequently gets mistaken for committed sprint deliverables, creating clutter.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❓</a:t>
            </a:r>
            <a:br/>
            <a:br/>
            <a:r>
              <a:t>Owner Ambiguity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When two team members share the same first name (e.g. Priya Sharma &amp; Priya Patel), standard automation blindly guesses or misassigns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🛡️</a:t>
            </a:r>
            <a:br/>
            <a:br/>
            <a:r>
              <a:t>Duplicate Import Clutter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Re-importing or reprocessing transcripts often spawns duplicate cards and creates confusion across boards without hash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TASKYSYNC AI • AGENTIC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Architecture: 5-Step Autonomous Agent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6596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01</a:t>
            </a:r>
          </a:p>
          <a:p>
            <a:pPr>
              <a:defRPr sz="1500" b="1">
                <a:solidFill>
                  <a:srgbClr val="F3F4F6"/>
                </a:solidFill>
              </a:defRPr>
            </a:pPr>
            <a:r>
              <a:t>Collect Details</a:t>
            </a:r>
          </a:p>
          <a:p>
            <a:br/>
            <a:pPr>
              <a:defRPr sz="1100">
                <a:solidFill>
                  <a:srgbClr val="9CA3AF"/>
                </a:solidFill>
              </a:defRPr>
            </a:pPr>
            <a:r>
              <a:t>Ingests meeting transcript and team roster. Validates inputs &amp; generates deterministic record 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16936" y="1828800"/>
            <a:ext cx="196596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02</a:t>
            </a:r>
          </a:p>
          <a:p>
            <a:pPr>
              <a:defRPr sz="1500" b="1">
                <a:solidFill>
                  <a:srgbClr val="F3F4F6"/>
                </a:solidFill>
              </a:defRPr>
            </a:pPr>
            <a:r>
              <a:t>Plan &amp; Filter</a:t>
            </a:r>
          </a:p>
          <a:p>
            <a:br/>
            <a:pPr>
              <a:defRPr sz="1100">
                <a:solidFill>
                  <a:srgbClr val="9CA3AF"/>
                </a:solidFill>
              </a:defRPr>
            </a:pPr>
            <a:r>
              <a:t>Differentiates confirmed decisions from tentative items. Detects name ambiguities &amp; SHA-256 duplicates.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1828800"/>
            <a:ext cx="196596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03</a:t>
            </a:r>
          </a:p>
          <a:p>
            <a:pPr>
              <a:defRPr sz="1500" b="1">
                <a:solidFill>
                  <a:srgbClr val="F3F4F6"/>
                </a:solidFill>
              </a:defRPr>
            </a:pPr>
            <a:r>
              <a:t>Query Trello</a:t>
            </a:r>
          </a:p>
          <a:p>
            <a:br/>
            <a:pPr>
              <a:defRPr sz="1100">
                <a:solidFill>
                  <a:srgbClr val="9CA3AF"/>
                </a:solidFill>
              </a:defRPr>
            </a:pPr>
            <a:r>
              <a:t>Live REST API connection queries target board ('My Trello board' -&gt; 'This Week') and verifies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1828800"/>
            <a:ext cx="196596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04</a:t>
            </a:r>
          </a:p>
          <a:p>
            <a:pPr>
              <a:defRPr sz="1500" b="1">
                <a:solidFill>
                  <a:srgbClr val="F3F4F6"/>
                </a:solidFill>
              </a:defRPr>
            </a:pPr>
            <a:r>
              <a:t>Human Approval</a:t>
            </a:r>
          </a:p>
          <a:p>
            <a:br/>
            <a:pPr>
              <a:defRPr sz="1100">
                <a:solidFill>
                  <a:srgbClr val="9CA3AF"/>
                </a:solidFill>
              </a:defRPr>
            </a:pPr>
            <a:r>
              <a:t>Safe execution gate: Shows proposed cards, owners, dates, and transcript evidence before pushing to Trello.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73184" y="1828800"/>
            <a:ext cx="1965960" cy="42976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defRPr sz="1500" b="1">
                <a:solidFill>
                  <a:srgbClr val="F3F4F6"/>
                </a:solidFill>
              </a:defRPr>
            </a:pPr>
            <a:r>
              <a:t>Verify Card</a:t>
            </a:r>
          </a:p>
          <a:p>
            <a:br/>
            <a:pPr>
              <a:defRPr sz="1100">
                <a:solidFill>
                  <a:srgbClr val="9CA3AF"/>
                </a:solidFill>
              </a:defRPr>
            </a:pPr>
            <a:r>
              <a:t>Step 5 Verification: Re-reads created cards via REST API to verify owner match, due date match, and quote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TASKYSYNC AI • AGENTIC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Proof of Working Agent: 100% Score on Official Test 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TC1: Clear Decision with Owner &amp; Date  ──  [PASS ✅]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Extracted confirmed tasks for Rahul &amp; Siddharth. Created card on Trello with due date after human approval. Step 5 independent audit re-read card and verified owner, date &amp; transcript link.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07792"/>
            <a:ext cx="10728655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TC2: Two Team Members Named Priya  ──  [PASS ✅]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Detected ambiguous owner ('Priya will redesign...'). Halted card creation and asked user: 'Did you mean Priya Sharma (Backend) or Priya Patel (UI/UX)?'. Created 0 cards until clarified.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78224"/>
            <a:ext cx="10728655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TC3: 'Maybe Next Week' (Tentative)  ──  [PASS ✅]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Classified speculative language ('maybe next week', 'perhaps') as tentative discussion items. Created exactly 0 Trello cards as required by brief.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48656"/>
            <a:ext cx="10728655" cy="1005840"/>
          </a:xfrm>
          <a:prstGeom prst="roundRect">
            <a:avLst/>
          </a:prstGeom>
          <a:solidFill>
            <a:srgbClr val="111827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TC4: Same Transcript Re-imported  ──  [PASS ✅]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SHA-256 transcript fingerprint matched existing record RUN-TC1-001. Idempotent deduplication blocked all duplicate card creations.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TASKYSYNC AI • AGENTIC AI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3F4F6"/>
                </a:solidFill>
              </a:defRPr>
            </a:pPr>
            <a:r>
              <a:t>Technical Implementation &amp; Live Links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⚙️ Core Technical Stack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Language &amp; Framework: Python 3.14 + FastAPI Server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Target Integration: Official Trello REST API (Free Board)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Deduplication Engine: Cryptographic SHA-256 Hashing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Decision Rules Engine: Regex NLP Action &amp; Tentative Filter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Audit Trail: SQLite3 Database with Execution Logging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• Frontend UI: Modern Dashboard with 1-Click Judge 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🔗 Live Verification &amp; Links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✔ Live Trello Board (Public Demo Target):</a:t>
            </a:r>
            <a:br/>
            <a:r>
              <a:t>https://trello.com/b/6ad4e6a1950051dcf4dfb833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✔ Target List: 'This Week' with Synchronized Verified Cards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✔ GitHub Source Code:</a:t>
            </a:r>
            <a:br/>
            <a:r>
              <a:t>https://github.com/Piruthvi11/OmniTutor-AI/tree/main/agent_meeting_tasks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✔ Automated Test Suite Runner:</a:t>
            </a:r>
            <a:br/>
            <a:r>
              <a:t>python test_cases.py (100% Score Across 4/4 Scenarios)</a:t>
            </a:r>
          </a:p>
          <a:p>
            <a:pPr>
              <a:defRPr sz="1100">
                <a:solidFill>
                  <a:srgbClr val="F3F4F6"/>
                </a:solidFill>
              </a:defRPr>
            </a:pPr>
            <a:r>
              <a:t>✔ Built Solo by Piruthvi M K for Agentic AI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