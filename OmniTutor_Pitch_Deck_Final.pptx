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ruthvidhanya@gmail.com" userId="8f0ca0aa8d9f8981" providerId="LiveId" clId="{A07F8663-9139-4F9D-8206-70A9B3B321B3}"/>
    <pc:docChg chg="modSld">
      <pc:chgData name="piruthvidhanya@gmail.com" userId="8f0ca0aa8d9f8981" providerId="LiveId" clId="{A07F8663-9139-4F9D-8206-70A9B3B321B3}" dt="2026-10-07T15:19:04.956" v="7" actId="1076"/>
      <pc:docMkLst>
        <pc:docMk/>
      </pc:docMkLst>
      <pc:sldChg chg="modSp mod">
        <pc:chgData name="piruthvidhanya@gmail.com" userId="8f0ca0aa8d9f8981" providerId="LiveId" clId="{A07F8663-9139-4F9D-8206-70A9B3B321B3}" dt="2026-10-07T15:19:04.956" v="7" actId="1076"/>
        <pc:sldMkLst>
          <pc:docMk/>
          <pc:sldMk cId="0" sldId="256"/>
        </pc:sldMkLst>
        <pc:spChg chg="mod">
          <ac:chgData name="piruthvidhanya@gmail.com" userId="8f0ca0aa8d9f8981" providerId="LiveId" clId="{A07F8663-9139-4F9D-8206-70A9B3B321B3}" dt="2026-10-07T15:19:04.956" v="7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piruthvidhanya@gmail.com" userId="8f0ca0aa8d9f8981" providerId="LiveId" clId="{A07F8663-9139-4F9D-8206-70A9B3B321B3}" dt="2026-10-07T15:18:26.467" v="3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9860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Hello everyone. We built </a:t>
            </a:r>
            <a:r>
              <a:rPr dirty="0" err="1"/>
              <a:t>OmniTutor</a:t>
            </a:r>
            <a:r>
              <a:rPr dirty="0"/>
              <a:t>, an AI study companion that indexes lecture videos, slides, and PDFs so students can get answers with exact timestamps and take adaptive practice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 students, when exams approach, we waste hours finding where a concept was explained in a long video. Standard ChatGPT gives generic answers that often don't match our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OmniTutor takes your lecture video and notes, gives you answers with exact video timestamps so you don't waste time searching, and creates quizzes tailored to your weak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our pipeline: we extract transcripts and slide pages, pass them into a multimodal RAG engine for zero-hallucination citations, and use an evaluation agent to track student mastery.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During our testing, we uploaded our semester question bank. The app successfully broke down numerical problems with citations and dynamically updated our competency radar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We chose </a:t>
            </a:r>
            <a:r>
              <a:rPr dirty="0" err="1"/>
              <a:t>FastAPI</a:t>
            </a:r>
            <a:r>
              <a:rPr dirty="0"/>
              <a:t> and Python for low latency and high reliability. We also built an offline document fallback so the system never crashes during 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the future, we plan to add voice interaction and LMS integration for colleges. Thank you for your time, and we are ready for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188720"/>
          </a:xfrm>
          <a:prstGeom prst="round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F3F4F6"/>
                </a:solidFill>
              </a:defRPr>
            </a:pPr>
            <a:r>
              <a:t>OmniTutor: Source-Grounded Multimodal Study Assistant</a:t>
            </a:r>
          </a:p>
          <a:p>
            <a:pPr>
              <a:defRPr sz="1300">
                <a:solidFill>
                  <a:srgbClr val="14B8A6"/>
                </a:solidFill>
              </a:defRPr>
            </a:pPr>
            <a:r>
              <a:t>Track D: Personalized Tutoring &amp; Adaptive Learning | Multimodal AI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rPr dirty="0"/>
              <a:t>• Team Leader &amp; Members: [Your Names &amp; Roll Numbers]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rPr dirty="0"/>
              <a:t>• Department / Year: </a:t>
            </a:r>
            <a:r>
              <a:rPr dirty="0" err="1"/>
              <a:t>Bannari</a:t>
            </a:r>
            <a:r>
              <a:rPr lang="en-IN" dirty="0"/>
              <a:t> </a:t>
            </a:r>
            <a:r>
              <a:rPr dirty="0"/>
              <a:t> Amman Institute of Technology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rPr dirty="0"/>
              <a:t>• Faculty Mentor: [Mentor Name &amp; Department]</a:t>
            </a:r>
            <a:r>
              <a:rPr lang="en-IN" dirty="0"/>
              <a:t>  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188720"/>
          </a:xfrm>
          <a:prstGeom prst="round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F3F4F6"/>
                </a:solidFill>
              </a:defRPr>
            </a:pPr>
            <a:r>
              <a:t>Why We Built This: Real Student Pain Points</a:t>
            </a:r>
          </a:p>
          <a:p>
            <a:pPr>
              <a:defRPr sz="1300">
                <a:solidFill>
                  <a:srgbClr val="14B8A6"/>
                </a:solidFill>
              </a:defRPr>
            </a:pPr>
            <a:r>
              <a:t>Problems we face every semester before exams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Time Wasted Finding Explanations: Finding a 2-minute formula proof in a 90-minute lecture video takes 20+ minutes of scrubbing.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Disconnected Study Materials: Lecture recordings, professor's PPT slides, and textbooks are completely separate.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ChatGPT / Gemini Hallucinations: Standard chatbots give generic textbook answers that don't match what our professor taught or what is in our syllabus.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Fixed Practice Tests: Regular question banks don't tell you why you made a mistake or how to fix your specific weak topics.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188720"/>
          </a:xfrm>
          <a:prstGeom prst="round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F3F4F6"/>
                </a:solidFill>
              </a:defRPr>
            </a:pPr>
            <a:r>
              <a:t>Our Solution: How OmniTutor Works</a:t>
            </a:r>
          </a:p>
          <a:p>
            <a:pPr>
              <a:defRPr sz="1300">
                <a:solidFill>
                  <a:srgbClr val="14B8A6"/>
                </a:solidFill>
              </a:defRPr>
            </a:pPr>
            <a:r>
              <a:t>Turning course materials into an interactive study partner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All-in-One Upload: Ingests MP4 video lectures, audio files, and PDF slides/notes in one place.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Verified Timestamps &amp; Page References: Every explanation includes direct video markers like [Video: 12:40] and slide numbers [Slide: 14].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Adaptive Practice Quizzes: Generates MCQs by topic and adjusts difficulty (Easy, Medium, Hard) based on your performance.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Targeted Revision Plan: If you miss a question, it highlights the exact video clip and slide you need to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188720"/>
          </a:xfrm>
          <a:prstGeom prst="round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F3F4F6"/>
                </a:solidFill>
              </a:defRPr>
            </a:pPr>
            <a:r>
              <a:t>System Pipeline &amp; Implementation</a:t>
            </a:r>
          </a:p>
          <a:p>
            <a:pPr>
              <a:defRPr sz="1300">
                <a:solidFill>
                  <a:srgbClr val="14B8A6"/>
                </a:solidFill>
              </a:defRPr>
            </a:pPr>
            <a:r>
              <a:t>How the data flows from upload to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1. Document Ingestion: Extracts audio timestamps, slide text, and OCR diagrams via PyPDF and video frame parsers.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2. Multimodal RAG Engine: Passes media handles to Gemini 1.5 (1M context) to retrieve answers grounded strictly on uploaded materials.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3. Diagnostic Agent: Analyzes quiz submissions, calculates topic mastery percentages, and maps student weak spots.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4. Interactive Dashboard: Responsive web frontend built with FastAPI, Tailwind CSS, and Chart.js for radar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188720"/>
          </a:xfrm>
          <a:prstGeom prst="round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F3F4F6"/>
                </a:solidFill>
              </a:defRPr>
            </a:pPr>
            <a:r>
              <a:t>Core Features &amp; Prototype Demo</a:t>
            </a:r>
          </a:p>
          <a:p>
            <a:pPr>
              <a:defRPr sz="1300">
                <a:solidFill>
                  <a:srgbClr val="14B8A6"/>
                </a:solidFill>
              </a:defRPr>
            </a:pPr>
            <a:r>
              <a:t>Tested live with real engineering question banks &amp; lectures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Instant Citation Q&amp;A: Ask any conceptual or numerical doubt and get step-by-step math with verified video timecodes.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Topic Extraction: Automatically identifies core syllabus modules from the uploaded PDF/video.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Interactive Quiz Engine: Dynamic MCQs with immediate feedback, option explanations, and source references.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Competency Radar Chart: Visual 360-degree graph showing exact proficiency across each course module.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188720"/>
          </a:xfrm>
          <a:prstGeom prst="round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F3F4F6"/>
                </a:solidFill>
              </a:defRPr>
            </a:pPr>
            <a:r>
              <a:t>Technical Stack &amp; Reliability</a:t>
            </a:r>
          </a:p>
          <a:p>
            <a:pPr>
              <a:defRPr sz="1300">
                <a:solidFill>
                  <a:srgbClr val="14B8A6"/>
                </a:solidFill>
              </a:defRPr>
            </a:pPr>
            <a:r>
              <a:t>Built for speed, accuracy, and zero downtime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AI Models: Google Gemini 1.5 Flash (for high-speed multimodal reasoning) with auto-model fallback.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Backend Framework: Python 3.14 + FastAPI + Uvicorn for lightweight REST API endpoints.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Local Document Fallback: Built-in local PDF parser ensures the app works smoothly even in offline demo mode.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Frontend: Modern HTML5, Tailwind CSS, Lucide icons, and Chart.js visualizations.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188720"/>
          </a:xfrm>
          <a:prstGeom prst="round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F3F4F6"/>
                </a:solidFill>
              </a:defRPr>
            </a:pPr>
            <a:r>
              <a:t>Future Scope &amp; Conclusion</a:t>
            </a:r>
          </a:p>
          <a:p>
            <a:pPr>
              <a:defRPr sz="1300">
                <a:solidFill>
                  <a:srgbClr val="14B8A6"/>
                </a:solidFill>
              </a:defRPr>
            </a:pPr>
            <a:r>
              <a:t>Next development milestones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Voice Tutor Mode: Adding speech-to-speech interaction for hands-free problem solving.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College LMS Integration: Connecting directly to Moodle / Google Classroom so professors can see class-wide weak areas.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Exam Readiness Score: Automated score predictor based on practice test consistency.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</a:defRPr>
            </a:pPr>
            <a:r>
              <a:t>• Summary: OmniTutor saves student study time, eliminates AI hallucinations, and makes exam preparation personalized.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836</Words>
  <Application>Microsoft Office PowerPoint</Application>
  <PresentationFormat>Widescreen</PresentationFormat>
  <Paragraphs>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piruthvidhanya@gmail.com</cp:lastModifiedBy>
  <cp:revision>1</cp:revision>
  <dcterms:created xsi:type="dcterms:W3CDTF">2013-01-27T09:14:16Z</dcterms:created>
  <dcterms:modified xsi:type="dcterms:W3CDTF">2026-10-07T15:19:10Z</dcterms:modified>
  <cp:category/>
</cp:coreProperties>
</file>