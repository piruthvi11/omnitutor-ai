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ruthvidhanya@gmail.com" userId="8f0ca0aa8d9f8981" providerId="LiveId" clId="{A07F8663-9139-4F9D-8206-70A9B3B321B3}"/>
    <pc:docChg chg="modSld">
      <pc:chgData name="piruthvidhanya@gmail.com" userId="8f0ca0aa8d9f8981" providerId="LiveId" clId="{A07F8663-9139-4F9D-8206-70A9B3B321B3}" dt="2026-10-07T15:25:08.487" v="3" actId="20577"/>
      <pc:docMkLst>
        <pc:docMk/>
      </pc:docMkLst>
      <pc:sldChg chg="modSp mod">
        <pc:chgData name="piruthvidhanya@gmail.com" userId="8f0ca0aa8d9f8981" providerId="LiveId" clId="{A07F8663-9139-4F9D-8206-70A9B3B321B3}" dt="2026-10-07T15:25:08.487" v="3" actId="20577"/>
        <pc:sldMkLst>
          <pc:docMk/>
          <pc:sldMk cId="0" sldId="260"/>
        </pc:sldMkLst>
        <pc:spChg chg="mod">
          <ac:chgData name="piruthvidhanya@gmail.com" userId="8f0ca0aa8d9f8981" providerId="LiveId" clId="{A07F8663-9139-4F9D-8206-70A9B3B321B3}" dt="2026-10-07T15:25:08.487" v="3" actId="20577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99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judges and mentors. We are Team CODEFORGE from Bannari Amman Institute of Technology, presenting OmniTutor — an AI study companion that indexes lecture videos, slides, and question bank PDFs to deliver source-cited answers with exact timestamps and adaptive practice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3rd year engineering students, we constantly face the issue of scattered resources. Generic AI chatbots fail to give exact video references or match the specific course syllabus taught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OmniTutor unifies lecture recordings and question bank PDFs, answers doubts with verified timestamp citations, and generates personalized quizzes that adapt to your mastery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pipeline parses lecture media and PDFs, feeds them into a multimodal RAG engine for zero-hallucination citations, and uses an agentic evaluation module to track student mastery.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tested OmniTutor with our departmental Question Bank (22EE501). The system accurately retrieved analytical formulas with page citations and updated our competency radar graph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chose FastAPI and Python for low latency and high reliability. We also built an offline document fallback so the system never crashes during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future roadmap includes voice interaction and college LMS integration. Thank you for your time, and Team CODEFORGE is ready for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OmniTutor: Source-Grounded Multimodal Study Assistant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Track D: Personalized Tutoring &amp; Adaptive Learning | Multimodal AI Hackathon 2026 (IIT Mandi)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Team Name: CODEFORGE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Team Leader: PIRUTHVI M K (7376241EE166) — 3rd Year EEE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Team Members: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 • SRIRAM B (7376241EE195) — 3rd Year EEE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 • VIKAS P (7376241EE212) — 3rd Year EEE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  • GOBUNATH D (7376241EE125) — 3rd Year EEE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Faculty Mentor: Prof. SRITHA P (Staff ID: EE1747) — Dept. of EEE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Institution: Bannari Amman Institute of Technology, Sathyamangalam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Why We Built This: Real Student Pain Points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Practical challenges faced by engineering students before exams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Time Wasted Finding Explanations: Finding a 2-minute formula derivation in a 90-minute lecture takes 20+ minutes of manual scrubbing.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Disconnected Course Materials: Semester question banks, PPT slides, and recorded lecture videos exist in separate silos.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ChatGPT / Gemini Hallucinations: Standard LLMs provide generic textbook answers that frequently do not match syllabus requirements.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Static Practice Tests: Regular question banks cannot identify root-cause misconceptions or adapt question difficulty to individual student weaknesses.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Our Solution: How OmniTutor Works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Turning course materials into an interactive, source-grounded study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All-in-One Multi-Format Ingestion: Ingests MP4 video lectures, MP3 audio, and course question bank PDFs seamlessly.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Verified Timestamps &amp; Page References: Every explanation provides exact video markers like [Video: 12:40] and slide numbers [Slide: 14].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Adaptive Practice Quizzes: Generates dynamic MCQs by module and automatically scales difficulty (Easy, Medium, Hard).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Targeted Revision Plan: Pinpoints missed questions and highlights the exact video timestamp range and slide page for remedial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System Pipeline &amp; Implementation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How the data flows from raw media to interactive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1. Document Ingestion: Extracts audio transcripts, slide text, and OCR diagrams via PyPDF and video frame parsers.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2. Multimodal RAG Engine: Passes media handles to Gemini 1.5 (1M context) to retrieve answers grounded strictly on uploaded materials.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3. Diagnostic Agent: Analyzes quiz submissions, calculates topic mastery percentages, and maps student weak spots.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4. Interactive Dashboard: Responsive web frontend built with FastAPI, Tailwind CSS, and Chart.js for radar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Core Features &amp; Prototype Demo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Tested live with real engineering question banks &amp; lectures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Instant Citation Q&amp;A: Ask any conceptual or numerical doubt and get step-by-step math with verified video timecodes.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rPr dirty="0"/>
              <a:t>• Topic Extraction: Automatically identifies core syllabus modules from the uploaded PDF/video.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rPr dirty="0"/>
              <a:t>• Interactive Quiz Engine: Dynamic MCQs with immediate feedback, option explanations, and source references.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rPr dirty="0"/>
              <a:t>• Competency Radar Chart: Visual 360-degree graph showing exact proficiency across each course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Technical Stack &amp; Reliability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Built for speed, accuracy, and zero downtime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AI Models: Google Gemini 1.5 Flash (for high-speed multimodal reasoning) with auto-model fallback.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Backend Framework: Python 3.14 + FastAPI + Uvicorn for lightweight REST API endpoints.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Local Document Fallback: Built-in local PDF parser ensures the app works smoothly even in offline demo mode.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Frontend: Modern HTML5, Tailwind CSS, Lucide icons, and Chart.js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3F4F6"/>
                </a:solidFill>
              </a:defRPr>
            </a:pPr>
            <a:r>
              <a:t>Future Scope &amp; Conclusion</a:t>
            </a:r>
          </a:p>
          <a:p>
            <a:pPr>
              <a:defRPr sz="1300">
                <a:solidFill>
                  <a:srgbClr val="14B8A6"/>
                </a:solidFill>
              </a:defRPr>
            </a:pPr>
            <a:r>
              <a:t>Next development milestones for Team CODEFORGE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Voice Tutor Mode: Adding speech-to-speech interaction for hands-free problem solving.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College LMS Integration: Connecting directly to Moodle / Google Classroom so professors can see class-wide weak areas.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Exam Readiness Score: Automated score predictor based on practice test consistency.</a:t>
            </a:r>
          </a:p>
          <a:p>
            <a:pPr>
              <a:spcAft>
                <a:spcPts val="800"/>
              </a:spcAft>
              <a:defRPr sz="1400">
                <a:solidFill>
                  <a:srgbClr val="F3F4F6"/>
                </a:solidFill>
              </a:defRPr>
            </a:pPr>
            <a:r>
              <a:t>• Summary: OmniTutor saves student study time, eliminates AI hallucinations, and makes exam preparation personalized.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894</Words>
  <Application>Microsoft Office PowerPoint</Application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piruthvidhanya@gmail.com</cp:lastModifiedBy>
  <cp:revision>1</cp:revision>
  <dcterms:created xsi:type="dcterms:W3CDTF">2013-01-27T09:14:16Z</dcterms:created>
  <dcterms:modified xsi:type="dcterms:W3CDTF">2026-10-07T15:25:17Z</dcterms:modified>
  <cp:category/>
</cp:coreProperties>
</file>